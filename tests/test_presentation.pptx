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NovaTech 无人机产品介绍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2024年度产品手册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公司简介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NovaTech是一家专注于无人机技术的公司</a:t>
            </a:r>
          </a:p>
          <a:p>
            <a:r>
              <a:t>成立于2018年，总部位于深圳</a:t>
            </a:r>
          </a:p>
          <a:p>
            <a:r>
              <a:t>在北京和上海设有研发中心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主要产品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X-500系列：入门级，适合个人用户</a:t>
            </a:r>
          </a:p>
          <a:p>
            <a:r>
              <a:t>X-700系列：中端，适合专业用户</a:t>
            </a:r>
          </a:p>
          <a:p>
            <a:r>
              <a:t>X-900系列：高端，适合大型企业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